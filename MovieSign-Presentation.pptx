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6"/>
    <p:restoredTop sz="80000"/>
  </p:normalViewPr>
  <p:slideViewPr>
    <p:cSldViewPr snapToGrid="0" snapToObjects="1">
      <p:cViewPr varScale="1">
        <p:scale>
          <a:sx n="106" d="100"/>
          <a:sy n="106" d="100"/>
        </p:scale>
        <p:origin x="18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25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E8182A">
              <a:alpha val="18000"/>
            </a:srgbClr>
          </a:solidFill>
          <a:ln w="12700">
            <a:solidFill>
              <a:srgbClr val="E81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-91440"/>
            <a:ext cx="2286000" cy="2286000"/>
          </a:xfrm>
          <a:prstGeom prst="ellipse">
            <a:avLst/>
          </a:prstGeom>
          <a:solidFill>
            <a:srgbClr val="E8182A">
              <a:alpha val="35000"/>
            </a:srgbClr>
          </a:solidFill>
          <a:ln w="12700">
            <a:solidFill>
              <a:srgbClr val="E81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kern="0" spc="600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kern="0" spc="600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SIGN!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GOT MOVIE SIGN.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493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watchlist. Your theaters. One app.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" y="4608576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4608576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1832" y="4608576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24774" y="4512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Daniel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310896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91840" y="960120"/>
            <a:ext cx="2606040" cy="310896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26480" y="960120"/>
            <a:ext cx="2606040" cy="3108960"/>
          </a:xfrm>
          <a:prstGeom prst="rect">
            <a:avLst/>
          </a:prstGeom>
          <a:solidFill>
            <a:srgbClr val="28181B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MOVIESIGN! CLOSES THIS GAP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887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6432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Fandango / Regal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56432" y="2331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Showtimes live here. Knows nothing about your list.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18872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Letterboxd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21792" y="2331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lives here. No showtime data.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18872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91072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291072" y="2331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cross-reference manually — every single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77640" cy="388620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&amp;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" y="1609344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545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76272" y="1545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scripting &amp; MVC-style routing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" y="2130552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0665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76272" y="2066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via PDO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" y="2651760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587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76272" y="2587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responsive layout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3172968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6272" y="3108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— no frameworks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694176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" y="36301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XAMPP / Apache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76272" y="3630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environment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" y="4215384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41513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GoDaddy cPanel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76272" y="4151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hosting, FTP deploy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960120"/>
            <a:ext cx="3977640" cy="388620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 &amp; Libraries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46904" y="1609344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84648" y="15453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TMDB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56832" y="1545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search, watchlist metadata, poster images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46904" y="2130552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84648" y="20665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MovieGlu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56832" y="2066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theater showtimes by location &amp; date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46904" y="2651760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84648" y="2587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Zippopotam.us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56832" y="2587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zip → lat/lng geocoding (no API key)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46904" y="3172968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84648" y="31089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PHPMailer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56832" y="3108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emails via GoDaddy SMTP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46904" y="3694176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84648" y="3630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ZeroSSL / HTTPS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56832" y="3630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on atlantadaniel.com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46904" y="4215384"/>
            <a:ext cx="109728" cy="109728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84648" y="41513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56832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control; GitGuardian for secret scanning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393192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PK AUTO_INCREMENT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84632" y="1892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VARCHAR(255) UNIQUE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2276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VARCHAR(255)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VARCHAR(10)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3044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3566160"/>
            <a:ext cx="2468880" cy="1051560"/>
          </a:xfrm>
          <a:prstGeom prst="rect">
            <a:avLst/>
          </a:prstGeom>
          <a:solidFill>
            <a:srgbClr val="18181C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bcrypt hashes. Zip drives showtime geolocation.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651760" cy="393192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watchlist_items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PK AUTO_INCREMENT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64992" y="1892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FK → users.id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64992" y="2276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tmdb_id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64992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VARCHAR(255)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3044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poster_path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VARCHAR(255)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added_at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3566160"/>
            <a:ext cx="2468880" cy="1051560"/>
          </a:xfrm>
          <a:prstGeom prst="rect">
            <a:avLst/>
          </a:prstGeom>
          <a:solidFill>
            <a:srgbClr val="18181C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01568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user to a TMDB film. No showtime data persisted — fetched live.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914400"/>
            <a:ext cx="2651760" cy="393192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45352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PK AUTO_INCREMENT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45352" y="1892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FK → users.id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45352" y="2276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VARCHAR(255) UNIQUE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45352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45352" y="3044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0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expires_at</a:t>
            </a:r>
            <a:r>
              <a:rPr lang="en-US" sz="950" dirty="0">
                <a:solidFill>
                  <a:srgbClr val="6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3566160"/>
            <a:ext cx="2468880" cy="1051560"/>
          </a:xfrm>
          <a:prstGeom prst="rect">
            <a:avLst/>
          </a:prstGeom>
          <a:solidFill>
            <a:srgbClr val="18181C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81928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session tokens. Stored in HttpOnly, Secure, SameSite cookies.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23444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9728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698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88720" y="1463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password_hash() with bcrypt. Plaintext passwords never written to the database.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00600" y="960120"/>
            <a:ext cx="3931920" cy="123444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0972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0698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532120" y="1463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queries use PDO prepared statements. SQL injection is structurally prevented.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3931920" cy="123444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51460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4871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Sanitization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88720" y="2880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throughout. htmlspecialchars() on all output to prevent XSS.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00600" y="2377440"/>
            <a:ext cx="3931920" cy="123444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251460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32120" y="24871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Security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532120" y="28803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tokens, HttpOnly + Secure + SameSite cookies. Session IDs regenerated on login.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794760"/>
            <a:ext cx="3931920" cy="123444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93192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9044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SSL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88720" y="4297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ZeroSSL certificate on atlantadaniel.com. All traffic encrypted in transit.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800600" y="3794760"/>
            <a:ext cx="3931920" cy="123444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768" y="393192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32120" y="39044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Management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532120" y="4297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server-side config files, excluded from git via .gitignore. GitGuardian scanning active.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60020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1792" y="1069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1247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5648" y="1069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16002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email, password, and zip code. Sessions handled server-side.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960120"/>
            <a:ext cx="3931920" cy="160020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65192" y="1069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12471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99048" y="1069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Watchlist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65192" y="16002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film via TMDB. Add to your personal list with one tap.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31920" cy="160020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21792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0449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55648" y="2990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Location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1792" y="3520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geolocation or manual zip. Radius filter: 10, 25, 50, or 100 miles.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00600" y="2880360"/>
            <a:ext cx="3931920" cy="160020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965192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04495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99048" y="2990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Movie Sign!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965192" y="3520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only the showtimes for your watchlisted films playing nearby today.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0E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EXPANSION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" y="1618719"/>
            <a:ext cx="91440" cy="100584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523622"/>
            <a:ext cx="3273552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film pages — tap a watchlist title for cast, runtime, ratings, and trailers via TMDB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423391"/>
            <a:ext cx="91440" cy="100584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2328294"/>
            <a:ext cx="3273552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links to theater websites and turn-by-turn directions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931920" cy="3931920"/>
          </a:xfrm>
          <a:prstGeom prst="rect">
            <a:avLst/>
          </a:prstGeom>
          <a:solidFill>
            <a:srgbClr val="1F1F25"/>
          </a:solidFill>
          <a:ln w="12700">
            <a:solidFill>
              <a:srgbClr val="2E2E35"/>
            </a:solidFill>
            <a:prstDash val="solid"/>
          </a:ln>
          <a:effectLst>
            <a:outerShdw blurRad="1270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0241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LONGER-TERM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6598" y="3165898"/>
            <a:ext cx="91440" cy="91440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7766" y="3101890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local showtimes" fallback view — show everything playing nearby when no watchlisted films are available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02352" y="2380832"/>
            <a:ext cx="91440" cy="91440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0" y="2316824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— alert users when a watchlisted film hits nearby theaters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02352" y="1582948"/>
            <a:ext cx="91440" cy="91440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0" y="1518940"/>
            <a:ext cx="3273552" cy="413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95282" y="3156469"/>
            <a:ext cx="91440" cy="91440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  <a:effectLst>
            <a:outerShdw blurRad="101600" dist="50800" dir="2700000" algn="bl" rotWithShape="0">
              <a:srgbClr val="E8182A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96450" y="3092461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Showing fallback — if no watchlisted films play today, surface the nearest upcoming date via MovieGlu's closestShowing endpoint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E8182A">
              <a:alpha val="10000"/>
            </a:srgbClr>
          </a:solidFill>
          <a:ln w="12700">
            <a:solidFill>
              <a:srgbClr val="E81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66160" y="822960"/>
            <a:ext cx="2011680" cy="2011680"/>
          </a:xfrm>
          <a:prstGeom prst="ellipse">
            <a:avLst/>
          </a:prstGeom>
          <a:solidFill>
            <a:srgbClr val="E8182A">
              <a:alpha val="22000"/>
            </a:srgbClr>
          </a:solidFill>
          <a:ln w="12700">
            <a:solidFill>
              <a:srgbClr val="E81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86200" y="1143000"/>
            <a:ext cx="1371600" cy="1371600"/>
          </a:xfrm>
          <a:prstGeom prst="ellipse">
            <a:avLst/>
          </a:prstGeom>
          <a:solidFill>
            <a:srgbClr val="E8182A">
              <a:alpha val="40000"/>
            </a:srgbClr>
          </a:solidFill>
          <a:ln w="12700">
            <a:solidFill>
              <a:srgbClr val="E81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A8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GOT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E81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SIGN.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moviesign.atlantadaniel.com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42816" y="4681728"/>
            <a:ext cx="91440" cy="91440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07408" y="4681728"/>
            <a:ext cx="91440" cy="91440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4681728"/>
            <a:ext cx="91440" cy="91440"/>
          </a:xfrm>
          <a:prstGeom prst="ellipse">
            <a:avLst/>
          </a:prstGeom>
          <a:solidFill>
            <a:srgbClr val="E8182A"/>
          </a:solidFill>
          <a:ln w="12700">
            <a:solidFill>
              <a:srgbClr val="E81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592</Words>
  <Application>Microsoft Macintosh PowerPoint</Application>
  <PresentationFormat>On-screen Show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MovieSign!</dc:title>
  <dc:subject>PptxGenJS Presentation</dc:subject>
  <dc:creator>PptxGenJS</dc:creator>
  <cp:lastModifiedBy>OL-Daniel, Atlanta (Online)</cp:lastModifiedBy>
  <cp:revision>3</cp:revision>
  <dcterms:created xsi:type="dcterms:W3CDTF">2026-06-11T18:05:06Z</dcterms:created>
  <dcterms:modified xsi:type="dcterms:W3CDTF">2026-06-12T19:39:47Z</dcterms:modified>
</cp:coreProperties>
</file>